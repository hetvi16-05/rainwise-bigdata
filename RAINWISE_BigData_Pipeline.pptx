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RAINWISE V3: Big Data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Distributed Ingestion, Hadoop Storage, and Spark Processing</a:t>
            </a:r>
          </a:p>
          <a:p>
            <a:r>
              <a:t>(Focus: Infrastructure &amp; Data Lifecycle)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5 V's of RAINWISE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Volume: 2.2 Million production records + Daily Live Logs.</a:t>
            </a:r>
          </a:p>
          <a:p>
            <a:pPr/>
            <a:r>
              <a:t>Velocity: Hourly automated ingestion cycles via Cron.</a:t>
            </a:r>
          </a:p>
          <a:p>
            <a:pPr/>
            <a:r>
              <a:t>Variety: Structured CSVs, Semi-structured JSON APIs, and Unstructured Logs.</a:t>
            </a:r>
          </a:p>
          <a:p>
            <a:pPr/>
            <a:r>
              <a:t>Veracity: Multi-stage Spark cleaning &amp; schema validation.</a:t>
            </a:r>
          </a:p>
          <a:p>
            <a:pPr/>
            <a:r>
              <a:t>Value: Real-time flood hazard intelligence and demographic projections.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Ingestion: NASA, CWC, and Open-Meteo APIs (Python/Requests).</a:t>
            </a:r>
          </a:p>
          <a:p>
            <a:pPr/>
            <a:r>
              <a:t>Staging: Temporary local storage with automated purge (Zero Local Footprint).</a:t>
            </a:r>
          </a:p>
          <a:p>
            <a:pPr/>
            <a:r>
              <a:t>Storage: Official Hadoop HDFS (NameNode &amp; DataNode blocks).</a:t>
            </a:r>
          </a:p>
          <a:p>
            <a:pPr/>
            <a:r>
              <a:t>Processing: Apache Spark (PySpark) for distributed transformations.</a:t>
            </a:r>
          </a:p>
          <a:p>
            <a:pPr/>
            <a:r>
              <a:t>Visualization: RAINWISE Command Center Dashboard.</a:t>
            </a:r>
          </a:p>
        </p:txBody>
      </p:sp>
      <p:pic>
        <p:nvPicPr>
          <p:cNvPr id="4" name="Picture 3" descr="big_data_architecture_diagram_1777136324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Layer: Official Hadoop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Namespace: Managed by NameNode at /user/HetviSheth/rainwise/.</a:t>
            </a:r>
          </a:p>
          <a:p>
            <a:pPr/>
            <a:r>
              <a:t>Status: ACTIVE (Verified via NameNode Web UI - Port 9870).</a:t>
            </a:r>
          </a:p>
          <a:p>
            <a:pPr/>
            <a:r>
              <a:t>Data Replication: Default replication factor of 3 for fault tolerance.</a:t>
            </a:r>
          </a:p>
          <a:p>
            <a:pPr/>
            <a:r>
              <a:t>Block Management: Live CSV data stored in 128MB HDFS blocks.</a:t>
            </a:r>
          </a:p>
          <a:p>
            <a:pPr/>
            <a:r>
              <a:t>Official Bridge: Subprocess integration with 'hadoop fs -put' for real-time sync.</a:t>
            </a:r>
          </a:p>
        </p:txBody>
      </p:sp>
      <p:pic>
        <p:nvPicPr>
          <p:cNvPr id="4" name="Picture 3" descr="hadoop_ui_live_1777137018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451063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Parallelism &amp; Distributed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Partitioning: Spark RDDs are split into multiple partitions (e.g., 16-32 partitions).</a:t>
            </a:r>
          </a:p>
          <a:p>
            <a:pPr/>
            <a:r>
              <a:t>Concurrent Tasks: 16+ tasks run in parallel across CPU cores.</a:t>
            </a:r>
          </a:p>
          <a:p>
            <a:pPr/>
            <a:r>
              <a:t>In-Memory Shuffling: Distributed 'Join' and 'GroupBy' operations via DAGs.</a:t>
            </a:r>
          </a:p>
          <a:p>
            <a:pPr/>
            <a:r>
              <a:t>Resource Manager: YARN (Yet Another Resource Negotiator) manages cluster capacity.</a:t>
            </a:r>
          </a:p>
          <a:p>
            <a:pPr/>
            <a:r>
              <a:t>Scalability: Performance scales linearly with the number of DataNodes/Cores.</a:t>
            </a:r>
          </a:p>
        </p:txBody>
      </p:sp>
      <p:pic>
        <p:nvPicPr>
          <p:cNvPr id="4" name="Picture 3" descr="click_feedback_17771371379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451063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Veracity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 Enforcement: Standardizing formats across 213 city stations.</a:t>
            </a:r>
          </a:p>
          <a:p>
            <a:pPr/>
            <a:r>
              <a:t>Anomaly Detection: Spark-based filtering for sensor outliers.</a:t>
            </a:r>
          </a:p>
          <a:p>
            <a:pPr/>
            <a:r>
              <a:t>Consistency: Mapping daily rainfall to historical climate baselines.</a:t>
            </a:r>
          </a:p>
          <a:p>
            <a:pPr/>
            <a:r>
              <a:t>Audit Trail: Automated pipeline logging for every ingestion cycle.</a:t>
            </a:r>
          </a:p>
          <a:p>
            <a:pPr/>
            <a:r>
              <a:t>Result: High-fidelity 'Golden Zone' data for accurate hazard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Orchestrator: run_realtime_pipeline.py managing 4 sub-modules.</a:t>
            </a:r>
          </a:p>
          <a:p>
            <a:pPr/>
            <a:r>
              <a:t>Scheduling: Cron-based automation (runs every 60 minutes).</a:t>
            </a:r>
          </a:p>
          <a:p>
            <a:pPr/>
            <a:r>
              <a:t>Lock System: Safety checks to prevent concurrent pipeline collisions.</a:t>
            </a:r>
          </a:p>
          <a:p>
            <a:pPr/>
            <a:r>
              <a:t>Bridge Logic: Python-to-Hadoop communication using standard CLI interfaces.</a:t>
            </a:r>
          </a:p>
          <a:p>
            <a:pPr/>
            <a:r>
              <a:t>Lifecycle: Fetch -&gt; Bridge -&gt; Retrain -&gt; Purge (Automated Cycle).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Native Hadoop infrastructure for storage.</a:t>
            </a:r>
          </a:p>
          <a:p>
            <a:pPr/>
            <a:r>
              <a:t>Decoupled Storage (HDFS) and Processing (Spark).</a:t>
            </a:r>
          </a:p>
          <a:p>
            <a:pPr/>
            <a:r>
              <a:t>Zero Local Footprint for real-time live data.</a:t>
            </a:r>
          </a:p>
          <a:p>
            <a:pPr/>
            <a:r>
              <a:t>Scalable to millions of records with distributed fault-tolerance.</a:t>
            </a:r>
          </a:p>
          <a:p>
            <a:pPr/>
            <a:r>
              <a:t>Ready for 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